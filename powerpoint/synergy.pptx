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4682"/>
  </p:normalViewPr>
  <p:slideViewPr>
    <p:cSldViewPr snapToGrid="0">
      <p:cViewPr varScale="1">
        <p:scale>
          <a:sx n="93" d="100"/>
          <a:sy n="93" d="100"/>
        </p:scale>
        <p:origin x="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3F3C-E3CB-B59E-5993-21DEC645D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S</a:t>
            </a:r>
            <a:r>
              <a:rPr lang="en-IR" dirty="0"/>
              <a:t>ynergy class </a:t>
            </a:r>
            <a:br>
              <a:rPr lang="en-IR" dirty="0"/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Project Team: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members: Elina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nili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matthew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Sarkodie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darkwah</a:t>
            </a:r>
            <a:br>
              <a:rPr lang="en-IR" dirty="0"/>
            </a:br>
            <a:endParaRPr lang="en-I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1451B-5C50-D652-F6D9-C45B431ED6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</a:pPr>
            <a:endParaRPr lang="en-IR" dirty="0"/>
          </a:p>
        </p:txBody>
      </p:sp>
    </p:spTree>
    <p:extLst>
      <p:ext uri="{BB962C8B-B14F-4D97-AF65-F5344CB8AC3E}">
        <p14:creationId xmlns:p14="http://schemas.microsoft.com/office/powerpoint/2010/main" val="254050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1908-2B2B-DC01-46D7-58D8540E8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 descr="A close-up of a group of people&#10;&#10;AI-generated content may be incorrect.">
            <a:extLst>
              <a:ext uri="{FF2B5EF4-FFF2-40B4-BE49-F238E27FC236}">
                <a16:creationId xmlns:a16="http://schemas.microsoft.com/office/drawing/2014/main" id="{2BA5B8F7-3C70-AAA1-3D5C-DFCC85E29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770" y="430280"/>
            <a:ext cx="11556460" cy="5997440"/>
          </a:xfrm>
        </p:spPr>
      </p:pic>
    </p:spTree>
    <p:extLst>
      <p:ext uri="{BB962C8B-B14F-4D97-AF65-F5344CB8AC3E}">
        <p14:creationId xmlns:p14="http://schemas.microsoft.com/office/powerpoint/2010/main" val="260192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BD57-8B54-7AF0-552A-BDE57DD5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9" name="Content Placeholder 8" descr="A close-up of a book&#10;&#10;AI-generated content may be incorrect.">
            <a:extLst>
              <a:ext uri="{FF2B5EF4-FFF2-40B4-BE49-F238E27FC236}">
                <a16:creationId xmlns:a16="http://schemas.microsoft.com/office/drawing/2014/main" id="{5E84EBBF-1E48-7300-6E1D-98A99959A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87" y="0"/>
            <a:ext cx="12055813" cy="6858000"/>
          </a:xfrm>
        </p:spPr>
      </p:pic>
    </p:spTree>
    <p:extLst>
      <p:ext uri="{BB962C8B-B14F-4D97-AF65-F5344CB8AC3E}">
        <p14:creationId xmlns:p14="http://schemas.microsoft.com/office/powerpoint/2010/main" val="369669162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88A7-EAB5-5B97-35C6-FDE510CB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 descr="A close-up of a book&#10;&#10;AI-generated content may be incorrect.">
            <a:extLst>
              <a:ext uri="{FF2B5EF4-FFF2-40B4-BE49-F238E27FC236}">
                <a16:creationId xmlns:a16="http://schemas.microsoft.com/office/drawing/2014/main" id="{C42784E6-B679-EE6B-96EA-F6596FD4C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12380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ED16-4EB9-A68D-2FCA-C8DA39B8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 descr="A group of people looking at a group of people&#10;&#10;AI-generated content may be incorrect.">
            <a:extLst>
              <a:ext uri="{FF2B5EF4-FFF2-40B4-BE49-F238E27FC236}">
                <a16:creationId xmlns:a16="http://schemas.microsoft.com/office/drawing/2014/main" id="{F39CC4C7-CFF9-9B63-FE9E-88D065503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8984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A1B3-F39F-8F35-DBC5-1A7BE280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 descr="A close-up of a text&#10;&#10;AI-generated content may be incorrect.">
            <a:extLst>
              <a:ext uri="{FF2B5EF4-FFF2-40B4-BE49-F238E27FC236}">
                <a16:creationId xmlns:a16="http://schemas.microsoft.com/office/drawing/2014/main" id="{B822F625-659F-A76E-1D13-8EE147E55C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028385" cy="6858000"/>
          </a:xfrm>
        </p:spPr>
      </p:pic>
    </p:spTree>
    <p:extLst>
      <p:ext uri="{BB962C8B-B14F-4D97-AF65-F5344CB8AC3E}">
        <p14:creationId xmlns:p14="http://schemas.microsoft.com/office/powerpoint/2010/main" val="603118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D9A2-4FB7-D71F-2BBC-8B8DE20E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 descr="A group of people standing in a circle&#10;&#10;AI-generated content may be incorrect.">
            <a:extLst>
              <a:ext uri="{FF2B5EF4-FFF2-40B4-BE49-F238E27FC236}">
                <a16:creationId xmlns:a16="http://schemas.microsoft.com/office/drawing/2014/main" id="{D12EAF2A-8025-6F41-2DC3-63C7817712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415520" cy="6858000"/>
          </a:xfrm>
        </p:spPr>
      </p:pic>
    </p:spTree>
    <p:extLst>
      <p:ext uri="{BB962C8B-B14F-4D97-AF65-F5344CB8AC3E}">
        <p14:creationId xmlns:p14="http://schemas.microsoft.com/office/powerpoint/2010/main" val="157849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D6EC-D969-D492-8FA5-E37FEBEE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 descr="A red white and blue flag&#10;&#10;AI-generated content may be incorrect.">
            <a:extLst>
              <a:ext uri="{FF2B5EF4-FFF2-40B4-BE49-F238E27FC236}">
                <a16:creationId xmlns:a16="http://schemas.microsoft.com/office/drawing/2014/main" id="{8515E802-CB90-9D08-3D49-9F6D993DC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5921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262DA-E293-E359-8807-F4F8FEB7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 descr="A close-up of a book&#10;&#10;AI-generated content may be incorrect.">
            <a:extLst>
              <a:ext uri="{FF2B5EF4-FFF2-40B4-BE49-F238E27FC236}">
                <a16:creationId xmlns:a16="http://schemas.microsoft.com/office/drawing/2014/main" id="{ED9CFE3C-9B8E-665E-E22B-FA4F0E892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16692" y="0"/>
            <a:ext cx="12908691" cy="6858000"/>
          </a:xfrm>
        </p:spPr>
      </p:pic>
    </p:spTree>
    <p:extLst>
      <p:ext uri="{BB962C8B-B14F-4D97-AF65-F5344CB8AC3E}">
        <p14:creationId xmlns:p14="http://schemas.microsoft.com/office/powerpoint/2010/main" val="3228679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DE9A-68A3-D028-1BC3-3CC4CA5AA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endParaRPr lang="en-IR" dirty="0"/>
          </a:p>
        </p:txBody>
      </p:sp>
      <p:pic>
        <p:nvPicPr>
          <p:cNvPr id="5" name="Content Placeholder 4" descr="A close-up of a building&#10;&#10;AI-generated content may be incorrect.">
            <a:extLst>
              <a:ext uri="{FF2B5EF4-FFF2-40B4-BE49-F238E27FC236}">
                <a16:creationId xmlns:a16="http://schemas.microsoft.com/office/drawing/2014/main" id="{065F0E69-7F2E-BB0B-B537-638D78987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390154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FC95-11A2-CD68-F9AD-C3C859C4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 descr="A brochure of a group of people&#10;&#10;AI-generated content may be incorrect.">
            <a:extLst>
              <a:ext uri="{FF2B5EF4-FFF2-40B4-BE49-F238E27FC236}">
                <a16:creationId xmlns:a16="http://schemas.microsoft.com/office/drawing/2014/main" id="{A198229A-8AA9-B2F5-F80C-ADEF5A90C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506046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A429-9762-13F5-9E9A-0392CD82E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R"/>
          </a:p>
        </p:txBody>
      </p:sp>
      <p:pic>
        <p:nvPicPr>
          <p:cNvPr id="5" name="Content Placeholder 4" descr="A blue and white text&#10;&#10;AI-generated content may be incorrect.">
            <a:extLst>
              <a:ext uri="{FF2B5EF4-FFF2-40B4-BE49-F238E27FC236}">
                <a16:creationId xmlns:a16="http://schemas.microsoft.com/office/drawing/2014/main" id="{AF6EA923-8632-384C-A47E-353B2655C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12148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68</TotalTime>
  <Words>17</Words>
  <Application>Microsoft Macintosh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-webkit-standard</vt:lpstr>
      <vt:lpstr>Tw Cen MT</vt:lpstr>
      <vt:lpstr>Tw Cen MT Condensed</vt:lpstr>
      <vt:lpstr>Wingdings 3</vt:lpstr>
      <vt:lpstr>Integral</vt:lpstr>
      <vt:lpstr>Synergy class  Project Team: members: Elina nili , matthew Sarkodie darkwah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Elina</dc:creator>
  <cp:lastModifiedBy>elina nili</cp:lastModifiedBy>
  <cp:revision>4</cp:revision>
  <dcterms:created xsi:type="dcterms:W3CDTF">2026-09-14T13:27:24Z</dcterms:created>
  <dcterms:modified xsi:type="dcterms:W3CDTF">2026-09-14T19:57:48Z</dcterms:modified>
</cp:coreProperties>
</file>